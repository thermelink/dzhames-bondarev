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BCBFB-4E37-E794-1304-1D66E9846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E779F9-ED3A-7C6E-7DD2-F43600FF50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9FDA56-CA61-0985-D261-D27E09F56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EAF4D-7608-4F0F-9C75-A286ABEFCA0D}" type="datetimeFigureOut">
              <a:rPr lang="LID4096" smtClean="0"/>
              <a:t>06/04/2026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D10C30-1EFC-D962-99A9-05F79265C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9A139F-D0CA-C317-CDDD-E75736394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2811A-FECC-4DFB-B953-E3048BE169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12864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D6EAB-CB52-F14D-2A0D-789B28267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6B6DC-875E-B1A2-9073-471716FB43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99376F-FC97-13AE-B52A-92D541639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EAF4D-7608-4F0F-9C75-A286ABEFCA0D}" type="datetimeFigureOut">
              <a:rPr lang="LID4096" smtClean="0"/>
              <a:t>06/04/2026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A40052-B3EA-5FCC-C1C4-09EFBECEA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6AEBB-682A-A9B8-65A2-ABF89FBAA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2811A-FECC-4DFB-B953-E3048BE169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00470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4AF31-FAED-6E8F-006B-34BC1AA83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BA4591-D8A2-1096-847A-05DFA174BA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3F341-0788-345E-4D26-6430D1C8E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EAF4D-7608-4F0F-9C75-A286ABEFCA0D}" type="datetimeFigureOut">
              <a:rPr lang="LID4096" smtClean="0"/>
              <a:t>06/04/2026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BD621E-8680-5F83-3174-DAF87DD06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6CA0CD-6335-72F9-1A2F-BD81F3F96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2811A-FECC-4DFB-B953-E3048BE169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29343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B91DB-E5D8-00E5-A917-FF0B4CF02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0D0D2B-FBCF-7E1B-D4EF-90AE62019C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B7AB3B-4EE2-0D28-BF9E-1138183CB7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22B815-FE36-9625-0D29-AE724C9F9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EAF4D-7608-4F0F-9C75-A286ABEFCA0D}" type="datetimeFigureOut">
              <a:rPr lang="LID4096" smtClean="0"/>
              <a:t>06/04/2026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7C5CF9-4E7D-CC1F-E2AD-F1F35516B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A4B51A-EED7-00E0-6E06-7AF503ED7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2811A-FECC-4DFB-B953-E3048BE169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90035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A5ECD-94B0-CB9A-288F-A02B51579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41E21C-B79D-2683-2A70-ED365EE64E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5D1658-ECD6-F89F-8F62-0E5CACD2E8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034813-97BF-CE89-A510-22656AF2DA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286B4F-F858-AECB-4631-9BEFF4FF07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F6F57D-F238-F8D3-C6F9-DC95DA459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EAF4D-7608-4F0F-9C75-A286ABEFCA0D}" type="datetimeFigureOut">
              <a:rPr lang="LID4096" smtClean="0"/>
              <a:t>06/04/2026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65C395-710F-4297-281C-6F5727AF9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5BBDF4-1068-7C2D-8053-9C3DB8CA6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2811A-FECC-4DFB-B953-E3048BE169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90895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08A95-0738-5B07-65D8-2C446DD0E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4E0505-CF38-40B7-8343-7B2651955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EAF4D-7608-4F0F-9C75-A286ABEFCA0D}" type="datetimeFigureOut">
              <a:rPr lang="LID4096" smtClean="0"/>
              <a:t>06/04/2026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6C1B23-69D0-F4E7-FEC4-BC6BC55AC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4F5F32-CE44-6E20-A935-DFEF1CF86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2811A-FECC-4DFB-B953-E3048BE169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67376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1350AC-9AFE-5761-24E6-70A413095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EAF4D-7608-4F0F-9C75-A286ABEFCA0D}" type="datetimeFigureOut">
              <a:rPr lang="LID4096" smtClean="0"/>
              <a:t>06/04/2026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3676E0-D498-C30E-2519-F8E528FF8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B33B3C-DB64-5988-695B-99B8336E5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2811A-FECC-4DFB-B953-E3048BE169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89977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2724B-6ABD-3E46-6660-880228AF7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D94E9-02B8-BEC1-9AE9-077E49D121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5F19A6-79DF-79FF-B6E9-DA9B7A13CB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2C929A-50AA-EF2C-AFFB-954200C18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EAF4D-7608-4F0F-9C75-A286ABEFCA0D}" type="datetimeFigureOut">
              <a:rPr lang="LID4096" smtClean="0"/>
              <a:t>06/04/2026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C2989B-A977-ECAE-E58D-671CC42E0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933FD8-A62C-7EF9-580F-55CBCE1B8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2811A-FECC-4DFB-B953-E3048BE169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62162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3BC4F-FB9D-A126-DF57-49CD18CCA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497B9C-C6DF-4C4A-F807-05D155C84C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FB848A-C3DD-C921-B450-153F3E3090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2C2043-F8CD-E9FF-FC9C-BF0040AB6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EAF4D-7608-4F0F-9C75-A286ABEFCA0D}" type="datetimeFigureOut">
              <a:rPr lang="LID4096" smtClean="0"/>
              <a:t>06/04/2026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9FC88C-2388-4EE1-FD49-73FCB4087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536199-9340-B501-6634-ECDFC4003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2811A-FECC-4DFB-B953-E3048BE169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93553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DA129-0ADC-F8CE-F51C-40151DE97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7128EA-408B-8D09-078C-B414E6637F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C63992-9903-F1CD-0500-492B6E753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EAF4D-7608-4F0F-9C75-A286ABEFCA0D}" type="datetimeFigureOut">
              <a:rPr lang="LID4096" smtClean="0"/>
              <a:t>06/04/2026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C3E25C-6A41-8765-2674-DE910B1B6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43F902-5DDD-4333-D3EF-A169781ED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2811A-FECC-4DFB-B953-E3048BE169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81700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E9E1FC-4678-D6F0-2039-E1C9EAD6EB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B24E1D-438B-3AC0-7CED-A88E371AAE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F50956-680D-B875-33E6-BA10C8C89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EAF4D-7608-4F0F-9C75-A286ABEFCA0D}" type="datetimeFigureOut">
              <a:rPr lang="LID4096" smtClean="0"/>
              <a:t>06/04/2026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27AEB6-0946-0FB8-4281-A273AAFCD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9C4F7A-F541-9FC0-AD2D-7303EC512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2811A-FECC-4DFB-B953-E3048BE169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65019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42DB64-C241-3A6D-AB5A-0DD0FBAF2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E9D024-3553-DA98-A3B4-DC1006CFF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D88866-299F-83E4-87AA-ECE3956F77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4EAF4D-7608-4F0F-9C75-A286ABEFCA0D}" type="datetimeFigureOut">
              <a:rPr lang="LID4096" smtClean="0"/>
              <a:t>06/04/2026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75DB79-D6AF-667B-A6BF-62B569F1A9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8EE77-E8C0-C62C-5D26-7AD1F83AD8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62811A-FECC-4DFB-B953-E3048BE169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28021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2F77FD-09C0-1F9E-8114-6B3465274C7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r="5333" b="-1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4CC87BC-7F8E-8251-145E-F485BC43D4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GB" dirty="0" err="1">
                <a:solidFill>
                  <a:srgbClr val="FFFFFF"/>
                </a:solidFill>
              </a:rPr>
              <a:t>Dhamez</a:t>
            </a:r>
            <a:r>
              <a:rPr lang="en-GB" dirty="0">
                <a:solidFill>
                  <a:srgbClr val="FFFFFF"/>
                </a:solidFill>
              </a:rPr>
              <a:t> Bondarev</a:t>
            </a:r>
            <a:endParaRPr lang="LID4096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C0E8C9-971C-FC15-E1AC-B8D232BD21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r>
              <a:rPr lang="en-GB" sz="3200" dirty="0">
                <a:solidFill>
                  <a:srgbClr val="FFFFFF"/>
                </a:solidFill>
              </a:rPr>
              <a:t>Showcase 1</a:t>
            </a:r>
          </a:p>
          <a:p>
            <a:r>
              <a:rPr lang="en-GB" dirty="0">
                <a:solidFill>
                  <a:srgbClr val="FFFFFF"/>
                </a:solidFill>
              </a:rPr>
              <a:t>Thom </a:t>
            </a:r>
            <a:r>
              <a:rPr lang="en-GB" dirty="0" err="1">
                <a:solidFill>
                  <a:srgbClr val="FFFFFF"/>
                </a:solidFill>
              </a:rPr>
              <a:t>hermelink</a:t>
            </a:r>
            <a:endParaRPr lang="LID4096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05803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BC8EB1-0B28-A3B2-719B-D9ED265CDD0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r="533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  <a:effectLst>
            <a:softEdge rad="444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DF4DD70-3BA7-07A3-E01C-002186B27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Inhoud</a:t>
            </a:r>
            <a:endParaRPr lang="LID4096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F92162-C87D-D03D-66BB-A7042F425F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Het idee</a:t>
            </a:r>
          </a:p>
          <a:p>
            <a:r>
              <a:rPr lang="en-GB">
                <a:solidFill>
                  <a:srgbClr val="FFFFFF"/>
                </a:solidFill>
              </a:rPr>
              <a:t>Mechanics</a:t>
            </a:r>
          </a:p>
          <a:p>
            <a:r>
              <a:rPr lang="en-GB">
                <a:solidFill>
                  <a:srgbClr val="FFFFFF"/>
                </a:solidFill>
              </a:rPr>
              <a:t>Progressie</a:t>
            </a:r>
          </a:p>
          <a:p>
            <a:r>
              <a:rPr lang="en-GB">
                <a:solidFill>
                  <a:srgbClr val="FFFFFF"/>
                </a:solidFill>
              </a:rPr>
              <a:t>Vragen</a:t>
            </a:r>
          </a:p>
          <a:p>
            <a:endParaRPr lang="LID4096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451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1170BA-4FFD-10A0-BA90-1C4A239EB1C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r="533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  <a:effectLst>
            <a:softEdge rad="1651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898F076-EF1D-66F4-BA70-00CED8131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Het idee</a:t>
            </a:r>
            <a:endParaRPr lang="LID4096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42A533-9159-8376-E4D4-CA356771B1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FFFFFF"/>
                </a:solidFill>
              </a:rPr>
              <a:t>2D</a:t>
            </a:r>
          </a:p>
          <a:p>
            <a:r>
              <a:rPr lang="en-GB" dirty="0">
                <a:solidFill>
                  <a:srgbClr val="FFFFFF"/>
                </a:solidFill>
              </a:rPr>
              <a:t>Shooter</a:t>
            </a:r>
          </a:p>
          <a:p>
            <a:r>
              <a:rPr lang="en-GB" dirty="0">
                <a:solidFill>
                  <a:srgbClr val="FFFFFF"/>
                </a:solidFill>
              </a:rPr>
              <a:t>Missies in Moldova </a:t>
            </a:r>
            <a:r>
              <a:rPr lang="en-GB" dirty="0" err="1">
                <a:solidFill>
                  <a:srgbClr val="FFFFFF"/>
                </a:solidFill>
              </a:rPr>
              <a:t>tegen</a:t>
            </a:r>
            <a:r>
              <a:rPr lang="en-GB" dirty="0">
                <a:solidFill>
                  <a:srgbClr val="FFFFFF"/>
                </a:solidFill>
              </a:rPr>
              <a:t> soviets</a:t>
            </a:r>
          </a:p>
          <a:p>
            <a:r>
              <a:rPr lang="en-GB" dirty="0" err="1">
                <a:solidFill>
                  <a:srgbClr val="FFFFFF"/>
                </a:solidFill>
              </a:rPr>
              <a:t>Inspiratie</a:t>
            </a:r>
            <a:r>
              <a:rPr lang="en-GB" dirty="0">
                <a:solidFill>
                  <a:srgbClr val="FFFFFF"/>
                </a:solidFill>
              </a:rPr>
              <a:t> </a:t>
            </a:r>
          </a:p>
          <a:p>
            <a:r>
              <a:rPr lang="en-GB" dirty="0">
                <a:solidFill>
                  <a:srgbClr val="FFFFFF"/>
                </a:solidFill>
              </a:rPr>
              <a:t>James Bond Golden eye</a:t>
            </a:r>
          </a:p>
          <a:p>
            <a:r>
              <a:rPr lang="en-GB" dirty="0">
                <a:solidFill>
                  <a:srgbClr val="FFFFFF"/>
                </a:solidFill>
              </a:rPr>
              <a:t>Oost </a:t>
            </a:r>
            <a:r>
              <a:rPr lang="en-GB" dirty="0" err="1">
                <a:solidFill>
                  <a:srgbClr val="FFFFFF"/>
                </a:solidFill>
              </a:rPr>
              <a:t>Europees</a:t>
            </a:r>
            <a:endParaRPr lang="en-GB" dirty="0">
              <a:solidFill>
                <a:srgbClr val="FFFFFF"/>
              </a:solidFill>
            </a:endParaRPr>
          </a:p>
          <a:p>
            <a:r>
              <a:rPr lang="en-GB" dirty="0" err="1">
                <a:solidFill>
                  <a:srgbClr val="FFFFFF"/>
                </a:solidFill>
              </a:rPr>
              <a:t>Dzhames</a:t>
            </a:r>
            <a:r>
              <a:rPr lang="en-GB" dirty="0">
                <a:solidFill>
                  <a:srgbClr val="FFFFFF"/>
                </a:solidFill>
              </a:rPr>
              <a:t> Bondarev</a:t>
            </a:r>
            <a:endParaRPr lang="LID4096" dirty="0">
              <a:solidFill>
                <a:srgbClr val="FFFFFF"/>
              </a:solidFill>
            </a:endParaRPr>
          </a:p>
        </p:txBody>
      </p:sp>
      <p:pic>
        <p:nvPicPr>
          <p:cNvPr id="1026" name="Picture 2" descr="GoldenEye 007 - Wikipedia">
            <a:extLst>
              <a:ext uri="{FF2B5EF4-FFF2-40B4-BE49-F238E27FC236}">
                <a16:creationId xmlns:a16="http://schemas.microsoft.com/office/drawing/2014/main" id="{F1C6972D-B1D5-6BE8-A892-C9FA3CE505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5301" y="401184"/>
            <a:ext cx="3177123" cy="2223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GoldenEye 007 - Playthrough 00 Agent">
            <a:extLst>
              <a:ext uri="{FF2B5EF4-FFF2-40B4-BE49-F238E27FC236}">
                <a16:creationId xmlns:a16="http://schemas.microsoft.com/office/drawing/2014/main" id="{357F991A-E76F-769A-8291-61ECFB30BB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8229" y="365125"/>
            <a:ext cx="3953751" cy="2223985"/>
          </a:xfrm>
          <a:prstGeom prst="rect">
            <a:avLst/>
          </a:prstGeom>
          <a:noFill/>
          <a:effectLst>
            <a:glow>
              <a:schemeClr val="accent1"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9C3633-09E8-07BF-20DC-5EB6EDB37E9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6813" y="3285931"/>
            <a:ext cx="5760643" cy="302596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1357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91D932-EA55-024B-36EA-D85FC669F84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r="533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  <a:effectLst>
            <a:softEdge rad="3683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85CBDB9-0698-2CEA-1D9D-677EB0369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Mechanics</a:t>
            </a:r>
            <a:endParaRPr lang="LID4096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5078A-1A05-7023-8EF5-2CE6F2262D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GB" sz="1400">
                <a:solidFill>
                  <a:srgbClr val="FFFFFF"/>
                </a:solidFill>
              </a:rPr>
              <a:t>Wapens oppakken / weggooien </a:t>
            </a:r>
          </a:p>
          <a:p>
            <a:r>
              <a:rPr lang="en-GB" sz="1400">
                <a:solidFill>
                  <a:srgbClr val="FFFFFF"/>
                </a:solidFill>
              </a:rPr>
              <a:t>Movement</a:t>
            </a:r>
          </a:p>
          <a:p>
            <a:pPr lvl="1"/>
            <a:r>
              <a:rPr lang="en-GB" sz="1400">
                <a:solidFill>
                  <a:srgbClr val="FFFFFF"/>
                </a:solidFill>
              </a:rPr>
              <a:t>A/D : horizontal</a:t>
            </a:r>
          </a:p>
          <a:p>
            <a:pPr lvl="1"/>
            <a:r>
              <a:rPr lang="en-GB" sz="1400">
                <a:solidFill>
                  <a:srgbClr val="FFFFFF"/>
                </a:solidFill>
              </a:rPr>
              <a:t>Spatie : vertical</a:t>
            </a:r>
          </a:p>
          <a:p>
            <a:pPr lvl="1"/>
            <a:r>
              <a:rPr lang="en-GB" sz="1400">
                <a:solidFill>
                  <a:srgbClr val="FFFFFF"/>
                </a:solidFill>
              </a:rPr>
              <a:t>Cursor : Aiming</a:t>
            </a:r>
          </a:p>
          <a:p>
            <a:r>
              <a:rPr lang="en-GB" sz="1400">
                <a:solidFill>
                  <a:srgbClr val="FFFFFF"/>
                </a:solidFill>
              </a:rPr>
              <a:t>Actions</a:t>
            </a:r>
          </a:p>
          <a:p>
            <a:pPr lvl="1"/>
            <a:r>
              <a:rPr lang="en-GB" sz="1400">
                <a:solidFill>
                  <a:srgbClr val="FFFFFF"/>
                </a:solidFill>
              </a:rPr>
              <a:t>L-Muisknop : Schieten</a:t>
            </a:r>
          </a:p>
          <a:p>
            <a:pPr lvl="1"/>
            <a:r>
              <a:rPr lang="en-GB" sz="1400">
                <a:solidFill>
                  <a:srgbClr val="FFFFFF"/>
                </a:solidFill>
              </a:rPr>
              <a:t>E : Oppakken van Item / wapen</a:t>
            </a:r>
          </a:p>
          <a:p>
            <a:pPr lvl="1"/>
            <a:r>
              <a:rPr lang="en-GB" sz="1400">
                <a:solidFill>
                  <a:srgbClr val="FFFFFF"/>
                </a:solidFill>
              </a:rPr>
              <a:t>Q : weggooien van wapen</a:t>
            </a:r>
          </a:p>
          <a:p>
            <a:r>
              <a:rPr lang="en-GB" sz="1400">
                <a:solidFill>
                  <a:srgbClr val="FFFFFF"/>
                </a:solidFill>
              </a:rPr>
              <a:t>Niet zeker</a:t>
            </a:r>
          </a:p>
          <a:p>
            <a:pPr lvl="1"/>
            <a:r>
              <a:rPr lang="en-GB" sz="1400">
                <a:solidFill>
                  <a:srgbClr val="FFFFFF"/>
                </a:solidFill>
              </a:rPr>
              <a:t>Knockback na schot(?)</a:t>
            </a:r>
          </a:p>
          <a:p>
            <a:pPr lvl="1"/>
            <a:r>
              <a:rPr lang="en-GB" sz="1400">
                <a:solidFill>
                  <a:srgbClr val="FFFFFF"/>
                </a:solidFill>
              </a:rPr>
              <a:t>Drop van wapen op lichaam, of case</a:t>
            </a:r>
          </a:p>
          <a:p>
            <a:endParaRPr lang="en-GB" sz="1400">
              <a:solidFill>
                <a:srgbClr val="FFFFFF"/>
              </a:solidFill>
            </a:endParaRPr>
          </a:p>
          <a:p>
            <a:endParaRPr lang="en-GB" sz="14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89502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C43C50-3124-4AE8-612B-2A598D03C9F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rcRect r="533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  <a:effectLst>
            <a:softEdge rad="1143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75EC0AC-B12B-9149-86B7-9B5C2C8D9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Progressie</a:t>
            </a:r>
            <a:endParaRPr lang="LID4096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17306-5A71-9909-39F6-B711347D7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Unity Project</a:t>
            </a:r>
          </a:p>
          <a:p>
            <a:pPr lvl="1"/>
            <a:r>
              <a:rPr lang="en-GB">
                <a:solidFill>
                  <a:srgbClr val="FFFFFF"/>
                </a:solidFill>
              </a:rPr>
              <a:t>Movement</a:t>
            </a:r>
          </a:p>
          <a:p>
            <a:pPr lvl="1"/>
            <a:r>
              <a:rPr lang="en-GB">
                <a:solidFill>
                  <a:srgbClr val="FFFFFF"/>
                </a:solidFill>
              </a:rPr>
              <a:t>Schieten</a:t>
            </a:r>
          </a:p>
          <a:p>
            <a:pPr lvl="1"/>
            <a:r>
              <a:rPr lang="en-GB">
                <a:solidFill>
                  <a:srgbClr val="FFFFFF"/>
                </a:solidFill>
              </a:rPr>
              <a:t>Wapen 1</a:t>
            </a:r>
          </a:p>
          <a:p>
            <a:pPr lvl="1"/>
            <a:r>
              <a:rPr lang="en-GB">
                <a:solidFill>
                  <a:srgbClr val="FFFFFF"/>
                </a:solidFill>
              </a:rPr>
              <a:t>Bullet behavior</a:t>
            </a:r>
            <a:endParaRPr lang="LID4096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84604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E5B5E7-19BE-AEF7-AF9F-5B1CAA5508D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r="533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  <a:effectLst>
            <a:softEdge rad="3683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EEB2EE1-34C0-8328-9E46-ED23D564F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dirty="0" err="1">
                <a:solidFill>
                  <a:srgbClr val="FFFFFF"/>
                </a:solidFill>
              </a:rPr>
              <a:t>Vragen</a:t>
            </a:r>
            <a:r>
              <a:rPr lang="en-GB" dirty="0">
                <a:solidFill>
                  <a:srgbClr val="FFFFFF"/>
                </a:solidFill>
              </a:rPr>
              <a:t> </a:t>
            </a:r>
            <a:r>
              <a:rPr lang="en-GB" dirty="0" err="1">
                <a:solidFill>
                  <a:srgbClr val="FFFFFF"/>
                </a:solidFill>
              </a:rPr>
              <a:t>en</a:t>
            </a:r>
            <a:r>
              <a:rPr lang="en-GB" dirty="0">
                <a:solidFill>
                  <a:srgbClr val="FFFFFF"/>
                </a:solidFill>
              </a:rPr>
              <a:t> </a:t>
            </a:r>
            <a:r>
              <a:rPr lang="en-GB" dirty="0" err="1">
                <a:solidFill>
                  <a:srgbClr val="FFFFFF"/>
                </a:solidFill>
              </a:rPr>
              <a:t>opmerkingen</a:t>
            </a:r>
            <a:endParaRPr lang="LID4096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AEEB9-A477-D523-436F-963E6229BD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endParaRPr lang="LID4096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48042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89</Words>
  <Application>Microsoft Office PowerPoint</Application>
  <PresentationFormat>Widescreen</PresentationFormat>
  <Paragraphs>36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Dhamez Bondarev</vt:lpstr>
      <vt:lpstr>Inhoud</vt:lpstr>
      <vt:lpstr>Het idee</vt:lpstr>
      <vt:lpstr>Mechanics</vt:lpstr>
      <vt:lpstr>Progressie</vt:lpstr>
      <vt:lpstr>Vragen en opmerkingen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 Hermelink</dc:creator>
  <cp:lastModifiedBy>Thom Hermelink</cp:lastModifiedBy>
  <cp:revision>8</cp:revision>
  <dcterms:created xsi:type="dcterms:W3CDTF">2026-06-03T21:13:31Z</dcterms:created>
  <dcterms:modified xsi:type="dcterms:W3CDTF">2026-06-04T07:23:04Z</dcterms:modified>
</cp:coreProperties>
</file>